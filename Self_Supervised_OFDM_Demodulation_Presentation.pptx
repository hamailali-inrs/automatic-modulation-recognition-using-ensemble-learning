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E1901-0A3C-4C51-A8A9-05700DF414E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EE543-6CE0-43F8-BB3B-9CD345FE3A5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EE543-6CE0-43F8-BB3B-9CD345FE3A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87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F5C0-903C-436E-B505-AA20D77FDBF7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DBABA-AC1F-4229-80C0-7FD45CF2958B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1ABB-D9B7-4834-A9F8-D483BC099F14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6DE3-EE70-4C88-B66F-05902142DBAD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AA33-0801-42FC-9EAD-503B8D253A13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C1C02-00D7-4BD7-B3EB-BD839535B544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780E-D23A-4753-8599-D725BD6C211B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26A72-4C30-4334-AED1-5B470A46A031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B67-CE98-49BA-824D-433937BEA98E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C013F-B79C-4A6E-B9F2-4F9C29DC0038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21372-D22E-4E32-81E9-08329AC0D574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840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C4079-FA96-41BB-87A3-1229BF748E56}" type="datetime1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5749E-6E78-4E2A-B2CC-D0EEEBBC5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0F2043"/>
                </a:solidFill>
              </a:defRPr>
            </a:pPr>
            <a:r>
              <a:rPr lang="en-US" dirty="0"/>
              <a:t>Self-Supervised AI-Based Demodulation for Wireless Systems Using NVIDIA Sionna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10058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0F2043"/>
                </a:solidFill>
              </a:rPr>
              <a:t>Student / Presenter: </a:t>
            </a:r>
            <a:r>
              <a:rPr sz="1300" dirty="0">
                <a:solidFill>
                  <a:srgbClr val="323232"/>
                </a:solidFill>
              </a:rPr>
              <a:t>Hamail Ali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0F2043"/>
                </a:solidFill>
              </a:rPr>
              <a:t>Faculty Supervisor: </a:t>
            </a:r>
            <a:r>
              <a:rPr sz="1300" dirty="0">
                <a:solidFill>
                  <a:srgbClr val="323232"/>
                </a:solidFill>
              </a:rPr>
              <a:t>Prof. Shervin Vakili (INRS Montreal)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0F2043"/>
                </a:solidFill>
              </a:rPr>
              <a:t>Department: </a:t>
            </a:r>
            <a:r>
              <a:rPr sz="1300" dirty="0">
                <a:solidFill>
                  <a:srgbClr val="323232"/>
                </a:solidFill>
              </a:rPr>
              <a:t>Dept. of Electrical Engineering </a:t>
            </a:r>
            <a:endParaRPr lang="en-US" sz="1300" dirty="0">
              <a:solidFill>
                <a:srgbClr val="323232"/>
              </a:solidFill>
            </a:endParaRP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0F2043"/>
                </a:solidFill>
              </a:rPr>
              <a:t>Date: </a:t>
            </a:r>
            <a:r>
              <a:rPr sz="1300" dirty="0">
                <a:solidFill>
                  <a:srgbClr val="323232"/>
                </a:solidFill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180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72CE"/>
                </a:solidFill>
              </a:defRPr>
            </a:pPr>
            <a:r>
              <a:rPr dirty="0"/>
              <a:t>INRS MONTREAL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rPr dirty="0"/>
              <a:t>Problem Statement &amp;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F2043"/>
                </a:solidFill>
              </a:defRPr>
            </a:pPr>
            <a:r>
              <a:t>The Challenge in Wireless Receiver Design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* Modern OFDM systems (5G/6G, WiFi 6) face severe dynamic channel fading and hardware impairments.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* Conventional Demodulators require exact mathematical channel estimation and dense pilot signaling, wasting spectral efficiency.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* Supervised Deep Learning receivers require massive labeled bit datasets, which are impractical in real-world wireless environments.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072CE"/>
                </a:solidFill>
              </a:defRPr>
            </a:pPr>
            <a:r>
              <a:t>Proposed Self-Supervised Solution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* Pilot-Assisted Self-Supervised Learning (SSL): Train neural receiver WITHOUT ground-truth bit labels.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* Sionna 2.0 + PyTorch Backend: Differentiable physical-layer simulation for end-to-end gradient backpropagation.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* Multi-Modulation Support: Single AI receiver capable of estimating channel H across QPSK, 16-QAM, and 64-QAM.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* Core Objective: Achieve 0% Bit Error Rate (BER) matching optimal classical benchmark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180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72CE"/>
                </a:solidFill>
              </a:defRPr>
            </a:pPr>
            <a:r>
              <a:rPr dirty="0"/>
              <a:t>INRS MONTREAL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rPr dirty="0"/>
              <a:t>System Architecture &amp; Self-Supervised Method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2043"/>
                </a:solidFill>
              </a:defRPr>
            </a:pPr>
            <a:r>
              <a:rPr dirty="0"/>
              <a:t>OFDM Physical Layer Setup (Sionna 2.0)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&gt; Subcarriers (FFT Size): 76 subcarriers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&gt; OFDM Symbols per Slot: 14 symbols (1064 grid points)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&gt; Data Symbols: 912 | Pilot Symbols: 152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&gt; Cyclic Prefix Length: 6 samples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&gt; Modulations Tested: QPSK, 16-QAM, 64-QAM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&gt; Channel Model: AWGN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228B22"/>
                </a:solidFill>
              </a:defRPr>
            </a:pPr>
            <a:r>
              <a:t>Self-Supervised Neural Channel Estimator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1. LS Pilot Estimate: Compute H_LS = Y_pilot / P_known at pilot subcarrier positions.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2. Neural Interpolation: MLP network receives H_LS and predicts channel response H_hat across entire grid.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3. Pilot-Only Loss (NO BIT LABELS): Loss = MSE(H_pred, H_target) calculated EXCLUSIVELY on pilot positions.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4. Equalization &amp; Demapping: Unseen data subcarriers equalized X_hat = Y_data / H_data -&gt; Sionna LLR demapper.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180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72CE"/>
                </a:solidFill>
              </a:defRPr>
            </a:pPr>
            <a:r>
              <a:rPr dirty="0"/>
              <a:t>INRS MONTREAL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rPr dirty="0"/>
              <a:t>Experimental Results &amp; Performance Evaluation</a:t>
            </a:r>
          </a:p>
        </p:txBody>
      </p:sp>
      <p:pic>
        <p:nvPicPr>
          <p:cNvPr id="3" name="Picture 2" descr="all_modulations_ssl_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4572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766560" y="1371600"/>
            <a:ext cx="46634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2043"/>
                </a:solidFill>
              </a:defRPr>
            </a:pPr>
            <a:r>
              <a:rPr dirty="0"/>
              <a:t>Key Findings &amp; Achievements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rPr dirty="0"/>
              <a:t>[OK] Zero BER at High SNR: Self-Supervised AI receiver achieves 0% BER at &gt;= 15 dB without needing ground-truth bit labels.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rPr dirty="0"/>
              <a:t>[OK] QPSK Performance: Converges to 0% BER earliest (~9-11 dB) due to high constellation margin.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rPr dirty="0"/>
              <a:t>[OK] 16-QAM &amp; 64-QAM: Successfully demapped matching optimal classical benchmark curves.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rPr dirty="0"/>
              <a:t>[OK] Dataset Exported: Packaged 500-frame offline dataset (ofdm_dataset.npz) with 2D heatmaps &amp; constellation visualizers.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5266</TotalTime>
  <Words>447</Words>
  <Application>Microsoft Office PowerPoint</Application>
  <PresentationFormat>Widescreen</PresentationFormat>
  <Paragraphs>39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Acoustic-Based Drone Detection System for Airspace Security</dc:title>
  <dc:creator>Ilyas Sadiqa</dc:creator>
  <cp:lastModifiedBy>Hamail Ali, Hamail</cp:lastModifiedBy>
  <cp:revision>48</cp:revision>
  <dcterms:created xsi:type="dcterms:W3CDTF">2024-10-14T14:05:00Z</dcterms:created>
  <dcterms:modified xsi:type="dcterms:W3CDTF">2026-08-27T19:34:28Z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12555E0AC4FB48F0BB31FC55BD665864_13</vt:lpwstr>
  </property>
  <property fmtid="{D5CDD505-2E9C-101B-9397-08002B2CF9AE}" pid="3" name="KSOProductBuildVer">
    <vt:lpwstr>1033-12.2.0.22549</vt:lpwstr>
  </property>
</Properties>
</file>